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各位老师、同学好。我是欣禹行。今天我汇报的主题是《基于Django的学生管理系统设计与实现》。本次实验我参考了机票预订系统的分层架构，并在此基础上自主设计并开发了一套完整的考勤管理模块。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首先介绍一下项目的整体情况。系统采用了类似机票预订系统的多应用架构，将学生、教师和管理员的逻辑完全分离，便于权限管理。技术栈方面，后端使用了Django 5.0.7，为了加深对数据库的理解，我使用了mysqlclient驱动进行原生SQL操作，而不是依赖ORM。前端使用了Bootstrap和AJAX技术。本系统的最大亮点是我自主设计了一套包含点名、请假、审批和自动记录生成的考勤闭环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功能结构主要分为三个部分。学生端除了基础的选课和成绩查询外，重点实现了带图片上传的请假申请功能。教师端支持Excel成绩导入，以及我设计的交互式考勤点名和审批功能。管理员端则负责基础数据的维护和权限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库方面，系统包含8个核心表。为了实现考勤功能，我特别设计了`leave_requests`表。这里的一个关键逻辑是：一张请假申请单，在审批通过后，会对应生成多条考勤记录。比如学生请假3天，审批后，attendances表中会自动生成3条状态为'请假'的记录，并通过外键与申请单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接下来重点汇报我自主设计的考勤管理模块。这也是本次实验中逻辑最复杂、技术含量最高的部分。它不仅仅是简单的增删改查，而是一个完整的数据流转闭环。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首先是教师点名功能。为了提高点名效率，我没有使用传统的下拉框，而是设计了点击头像切换状态的交互方式。技术上，前端使用JavaScript维护一个状态数组，点击保存时，通过Fetch API将JSON数据发送给后端。后端`batch_attendance`函数接收数据后，会生成唯一的考勤ID，并执行原生SQL进行批量插入，保证了性能。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第二部分是学生请假申请。这里我实现了文件上传功能，允许学生上传病假条。为了提升用户体验，我使用了HTML5的FileReader API，让学生在提交前能即时预览图片。后端接收到`request.FILES`后，会将图片保存到配置好的媒体目录下，并在数据库中存储路径。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是考勤模块最核心的审批逻辑。这也是本系统的难点所在。当教师点击“通过”时，后端不仅更新申请单的状态，还会触发一个自动化算法。系统会计算请假开始到结束的日期范围，自动为每一天生成一条状态为“请假”的考勤记录，并插入数据库。这样教师就不用再去手动修改考勤表，实现了真正的自动化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本次实验，我成功开发了一个功能完备的学生管理系统。通过这个项目，我不仅掌握了Django框架的基础，更重要的是通过自主设计考勤模块，深入理解了前后端数据交互和复杂的业务逻辑处理。未来可以进一步优化界面UI，并增加邮件通知等功能。汇报完毕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基于Django的学生管理系统设计与实现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汇报人：欣禹行</a:t>
            </a:r>
          </a:p>
          <a:p>
            <a:r>
              <a:t>学号：23012660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项目概况与开发环境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系统架构：采用Django多应用架构（Apps）</a:t>
            </a:r>
          </a:p>
          <a:p>
            <a:pPr lvl="1">
              <a:defRPr sz="2000"/>
            </a:pPr>
            <a:r>
              <a:t>  - 分离式设计：Student, Teacher, Admin 三大门户独立</a:t>
            </a:r>
          </a:p>
          <a:p>
            <a:pPr>
              <a:defRPr sz="2000"/>
            </a:pPr>
            <a:r>
              <a:t>开发环境：</a:t>
            </a:r>
          </a:p>
          <a:p>
            <a:pPr lvl="1">
              <a:defRPr sz="2000"/>
            </a:pPr>
            <a:r>
              <a:t>  - 语言框架：Python 3.8+ / Django 5.0.7</a:t>
            </a:r>
          </a:p>
          <a:p>
            <a:pPr lvl="1">
              <a:defRPr sz="2000"/>
            </a:pPr>
            <a:r>
              <a:t>  - 数据库：MySQL 8.0 (使用原生SQL，非ORM)</a:t>
            </a:r>
          </a:p>
          <a:p>
            <a:pPr lvl="1">
              <a:defRPr sz="2000"/>
            </a:pPr>
            <a:r>
              <a:t>  - 前端：Bootstrap 5.3.3 + 原生JS (Fetch API)</a:t>
            </a:r>
          </a:p>
          <a:p>
            <a:pPr>
              <a:defRPr sz="2000"/>
            </a:pPr>
            <a:r>
              <a:t>核心亮点：</a:t>
            </a:r>
          </a:p>
          <a:p>
            <a:pPr lvl="1">
              <a:defRPr sz="2000"/>
            </a:pPr>
            <a:r>
              <a:t>  - 自主设计考勤管理闭环（点名-请假-审批-自动化）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系统功能结构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学生门户 (Student Portal)</a:t>
            </a:r>
          </a:p>
          <a:p>
            <a:pPr lvl="1">
              <a:defRPr sz="2000"/>
            </a:pPr>
            <a:r>
              <a:t>  - 个人信息、选课、成绩查询</a:t>
            </a:r>
          </a:p>
          <a:p>
            <a:pPr lvl="1">
              <a:defRPr sz="2000"/>
            </a:pPr>
            <a:r>
              <a:t>  - 考勤查询、请假申请</a:t>
            </a:r>
          </a:p>
          <a:p>
            <a:pPr>
              <a:defRPr sz="2000"/>
            </a:pPr>
            <a:r>
              <a:t>2. 教师门户 (Teacher Portal)</a:t>
            </a:r>
          </a:p>
          <a:p>
            <a:pPr lvl="1">
              <a:defRPr sz="2000"/>
            </a:pPr>
            <a:r>
              <a:t>  - 课程管理、成绩录入（Excel导入）</a:t>
            </a:r>
          </a:p>
          <a:p>
            <a:pPr lvl="1">
              <a:defRPr sz="2000"/>
            </a:pPr>
            <a:r>
              <a:t>  - 交互式考勤点名、请假审批</a:t>
            </a:r>
          </a:p>
          <a:p>
            <a:pPr>
              <a:defRPr sz="2000"/>
            </a:pPr>
            <a:r>
              <a:t>3. 管理员门户 (Admin Portal)</a:t>
            </a:r>
          </a:p>
          <a:p>
            <a:pPr lvl="1">
              <a:defRPr sz="2000"/>
            </a:pPr>
            <a:r>
              <a:t>  - 基础数据增删改查、认证授权管理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数据库设计与ER逻辑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核心表结构：8个基础表 + 1个考勤扩展表</a:t>
            </a:r>
          </a:p>
          <a:p>
            <a:pPr>
              <a:defRPr sz="2000"/>
            </a:pPr>
            <a:r>
              <a:t>重点设计表：</a:t>
            </a:r>
          </a:p>
          <a:p>
            <a:pPr lvl="1">
              <a:defRPr sz="2000"/>
            </a:pPr>
            <a:r>
              <a:t>  - attendances (考勤表)：记录单次考勤状态</a:t>
            </a:r>
          </a:p>
          <a:p>
            <a:pPr lvl="1">
              <a:defRPr sz="2000"/>
            </a:pPr>
            <a:r>
              <a:t>  - leave_requests (请假申请表)：考勤模块专用</a:t>
            </a:r>
          </a:p>
          <a:p>
            <a:pPr>
              <a:defRPr sz="2000"/>
            </a:pPr>
            <a:r>
              <a:t>逻辑关系：</a:t>
            </a:r>
          </a:p>
          <a:p>
            <a:pPr lvl="1">
              <a:defRPr sz="2000"/>
            </a:pPr>
            <a:r>
              <a:t>  - 教师 &lt;1:N&gt; 课程</a:t>
            </a:r>
          </a:p>
          <a:p>
            <a:pPr lvl="1">
              <a:defRPr sz="2000"/>
            </a:pPr>
            <a:r>
              <a:t>  - 学生 &lt;1:N&gt; 请假申请</a:t>
            </a:r>
          </a:p>
          <a:p>
            <a:pPr lvl="1">
              <a:defRPr sz="2000"/>
            </a:pPr>
            <a:r>
              <a:t>  - 请假申请 &lt;1:N&gt; 考勤记录 (审批通过后自动关联)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核心模块展示：自主设计的考勤系统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该模块实现了从“点名”到“请假”再到“审批”的完整数据闭环。</a:t>
            </a:r>
          </a:p>
          <a:p>
            <a:pPr marL="0" indent="0">
              <a:buNone/>
              <a:defRPr sz="1600" i="1">
                <a:solidFill>
                  <a:srgbClr val="FF0000"/>
                </a:solidFill>
              </a:defRPr>
            </a:p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585" y="2713355"/>
            <a:ext cx="5328285" cy="3552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考勤模块：教师交互式点名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交互设计：</a:t>
            </a:r>
          </a:p>
          <a:p>
            <a:pPr lvl="1">
              <a:defRPr sz="2000"/>
            </a:pPr>
            <a:r>
              <a:t>  - 创新的头像点击交互：出勤→迟到→早退→缺勤→请假</a:t>
            </a:r>
          </a:p>
          <a:p>
            <a:pPr lvl="1">
              <a:defRPr sz="2000"/>
            </a:pPr>
            <a:r>
              <a:t>  - 支持一键全选/批量保存</a:t>
            </a:r>
          </a:p>
          <a:p>
            <a:pPr>
              <a:defRPr sz="2000"/>
            </a:pPr>
            <a:r>
              <a:t>技术实现：</a:t>
            </a:r>
          </a:p>
          <a:p>
            <a:pPr lvl="1">
              <a:defRPr sz="2000"/>
            </a:pPr>
            <a:r>
              <a:t>  - 前端：JS维护状态数组，Fetch API发送批量JSON</a:t>
            </a:r>
          </a:p>
          <a:p>
            <a:pPr lvl="1">
              <a:defRPr sz="2000"/>
            </a:pPr>
            <a:r>
              <a:t>  - 后端：batch_attendance() 视图</a:t>
            </a:r>
          </a:p>
          <a:p>
            <a:pPr lvl="1">
              <a:defRPr sz="2000"/>
            </a:pPr>
            <a:r>
              <a:t>  - ID生成：ATT + 学号后6位 + 时间戳</a:t>
            </a:r>
          </a:p>
          <a:p>
            <a:pPr lvl="1">
              <a:defRPr sz="2000"/>
            </a:pPr>
            <a:r>
              <a:t>  - SQL优化：原生SQL批量插入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考勤模块：学生请假申请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功能特性：</a:t>
            </a:r>
          </a:p>
          <a:p>
            <a:pPr lvl="1">
              <a:defRPr sz="2000"/>
            </a:pPr>
            <a:r>
              <a:t>  - 支持表单填写与病假条图片上传</a:t>
            </a:r>
          </a:p>
          <a:p>
            <a:pPr lvl="1">
              <a:defRPr sz="2000"/>
            </a:pPr>
            <a:r>
              <a:t>  - 图片本地即时预览 (FileReader API)</a:t>
            </a:r>
          </a:p>
          <a:p>
            <a:pPr>
              <a:defRPr sz="2000"/>
            </a:pPr>
            <a:r>
              <a:t>技术实现：</a:t>
            </a:r>
          </a:p>
          <a:p>
            <a:pPr lvl="1">
              <a:defRPr sz="2000"/>
            </a:pPr>
            <a:r>
              <a:t>  - 后端视图：submit_leave_request()</a:t>
            </a:r>
          </a:p>
          <a:p>
            <a:pPr lvl="1">
              <a:defRPr sz="2000"/>
            </a:pPr>
            <a:r>
              <a:t>  - 文件处理：Django request.FILES 接收</a:t>
            </a:r>
          </a:p>
          <a:p>
            <a:pPr lvl="1">
              <a:defRPr sz="2000"/>
            </a:pPr>
            <a:r>
              <a:t>  - 存储路径：自动保存至 MEDIA_ROOT/medical_certificates/</a:t>
            </a:r>
          </a:p>
          <a:p>
            <a:pPr lvl="1">
              <a:defRPr sz="2000"/>
            </a:pPr>
            <a:r>
              <a:t>  - ID生成：LV + 学号后8位 + 时间戳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考勤模块：审批与自动化逻辑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业务逻辑核心：</a:t>
            </a:r>
          </a:p>
          <a:p>
            <a:pPr lvl="1">
              <a:defRPr sz="2000"/>
            </a:pPr>
            <a:r>
              <a:t>  - 审批不仅仅是状态更新，更是数据生产</a:t>
            </a:r>
          </a:p>
          <a:p>
            <a:pPr>
              <a:defRPr sz="2000"/>
            </a:pPr>
            <a:r>
              <a:t>自动化算法 (Approval Logic)：</a:t>
            </a:r>
          </a:p>
          <a:p>
            <a:pPr>
              <a:defRPr sz="2000"/>
            </a:pPr>
            <a:r>
              <a:t>  1. 验证权限：确认操作者是否为该课程教师</a:t>
            </a:r>
          </a:p>
          <a:p>
            <a:pPr>
              <a:defRPr sz="2000"/>
            </a:pPr>
            <a:r>
              <a:t>  2. 更新状态：leave_requests 表状态置为'通过'</a:t>
            </a:r>
          </a:p>
          <a:p>
            <a:pPr>
              <a:defRPr sz="2000"/>
            </a:pPr>
            <a:r>
              <a:t>  3. 自动生成：遍历请假日期范围 (Start -&gt; End)</a:t>
            </a:r>
          </a:p>
          <a:p>
            <a:pPr>
              <a:defRPr sz="2000"/>
            </a:pPr>
            <a:r>
              <a:t>  4. 插入记录：在 attendances 表中自动插入'请假(5)'记录</a:t>
            </a:r>
          </a:p>
          <a:p>
            <a:pPr>
              <a:defRPr sz="2000"/>
            </a:pPr>
            <a:r>
              <a:t>  5. 关联数据：将考勤记录与请假申请ID绑定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总结与收获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实验总结：</a:t>
            </a:r>
          </a:p>
          <a:p>
            <a:pPr lvl="1">
              <a:defRPr sz="2000"/>
            </a:pPr>
            <a:r>
              <a:t>  - 完成了全栈Web开发流程，实现了多⻆色权限隔离</a:t>
            </a:r>
          </a:p>
          <a:p>
            <a:pPr lvl="1">
              <a:defRPr sz="2000"/>
            </a:pPr>
            <a:r>
              <a:t>  - 深入理解了Django的MVT模式与原生SQL的结合</a:t>
            </a:r>
          </a:p>
          <a:p>
            <a:pPr lvl="1">
              <a:defRPr sz="2000"/>
            </a:pPr>
            <a:r>
              <a:t>  - 掌握了文件上传、AJAX异步交互等前端技术</a:t>
            </a:r>
          </a:p>
          <a:p>
            <a:pPr>
              <a:defRPr sz="2000"/>
            </a:pPr>
            <a:r>
              <a:t>不足与展望：</a:t>
            </a:r>
          </a:p>
          <a:p>
            <a:pPr lvl="1">
              <a:defRPr sz="2000"/>
            </a:pPr>
            <a:r>
              <a:t>  - 界面美观度有待提升</a:t>
            </a:r>
          </a:p>
          <a:p>
            <a:pPr lvl="1">
              <a:defRPr sz="2000"/>
            </a:pPr>
            <a:r>
              <a:t>  - 审批流程可以增加邮件通知功能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WPS 演示</Application>
  <PresentationFormat>On-screen Show (4:3)</PresentationFormat>
  <Paragraphs>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基于Django的学生管理系统设计与实现</vt:lpstr>
      <vt:lpstr>项目概况与开发环境</vt:lpstr>
      <vt:lpstr>系统功能结构</vt:lpstr>
      <vt:lpstr>数据库设计与ER逻辑</vt:lpstr>
      <vt:lpstr>核心模块展示：自主设计的考勤系统</vt:lpstr>
      <vt:lpstr>考勤模块：教师交互式点名</vt:lpstr>
      <vt:lpstr>考勤模块：学生请假申请</vt:lpstr>
      <vt:lpstr>考勤模块：审批与自动化逻辑</vt:lpstr>
      <vt:lpstr>总结与收获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Takagi6</cp:lastModifiedBy>
  <cp:revision>2</cp:revision>
  <dcterms:created xsi:type="dcterms:W3CDTF">2013-01-27T09:14:00Z</dcterms:created>
  <dcterms:modified xsi:type="dcterms:W3CDTF">2025-12-28T09:49:26Z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B67A35789EA84C328AB20BB0107CDE95_12</vt:lpwstr>
  </property>
</Properties>
</file>